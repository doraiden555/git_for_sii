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87" d="100"/>
          <a:sy n="87" d="100"/>
        </p:scale>
        <p:origin x="145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2849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089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24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296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16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913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408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3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80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318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598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67E32-36BD-4F78-9E37-548E2B94B7E6}" type="datetimeFigureOut">
              <a:rPr kumimoji="1" lang="ja-JP" altLang="en-US" smtClean="0"/>
              <a:t>2019/7/24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2FDC8-1E39-49D2-8420-95F78FD6F6D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583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矢印コネクタ 6"/>
          <p:cNvCxnSpPr/>
          <p:nvPr/>
        </p:nvCxnSpPr>
        <p:spPr>
          <a:xfrm flipV="1">
            <a:off x="7427495" y="3048000"/>
            <a:ext cx="183682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flipH="1">
            <a:off x="6328611" y="3048000"/>
            <a:ext cx="1098884" cy="10667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 flipV="1">
            <a:off x="6485021" y="2398295"/>
            <a:ext cx="2041357" cy="125930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円/楕円 15"/>
          <p:cNvSpPr/>
          <p:nvPr/>
        </p:nvSpPr>
        <p:spPr>
          <a:xfrm>
            <a:off x="5600700" y="3412956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/>
        </p:nvSpPr>
        <p:spPr>
          <a:xfrm>
            <a:off x="8101264" y="2307055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" name="グループ化 19"/>
          <p:cNvGrpSpPr/>
          <p:nvPr/>
        </p:nvGrpSpPr>
        <p:grpSpPr>
          <a:xfrm>
            <a:off x="3445044" y="3245517"/>
            <a:ext cx="1762625" cy="1738564"/>
            <a:chOff x="6328611" y="1379621"/>
            <a:chExt cx="2935705" cy="2735178"/>
          </a:xfrm>
        </p:grpSpPr>
        <p:cxnSp>
          <p:nvCxnSpPr>
            <p:cNvPr id="21" name="直線矢印コネクタ 20"/>
            <p:cNvCxnSpPr/>
            <p:nvPr/>
          </p:nvCxnSpPr>
          <p:spPr>
            <a:xfrm flipV="1">
              <a:off x="7427495" y="1379621"/>
              <a:ext cx="0" cy="166837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/>
            <p:cNvCxnSpPr/>
            <p:nvPr/>
          </p:nvCxnSpPr>
          <p:spPr>
            <a:xfrm flipV="1">
              <a:off x="7427495" y="3048000"/>
              <a:ext cx="183682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/>
            <p:cNvCxnSpPr/>
            <p:nvPr/>
          </p:nvCxnSpPr>
          <p:spPr>
            <a:xfrm flipH="1">
              <a:off x="6328611" y="3048000"/>
              <a:ext cx="1098884" cy="106679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テキスト ボックス 23"/>
          <p:cNvSpPr txBox="1"/>
          <p:nvPr/>
        </p:nvSpPr>
        <p:spPr>
          <a:xfrm>
            <a:off x="3157785" y="4799415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kumimoji="1" lang="ja-JP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960226" y="4130839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9487" y="2786390"/>
            <a:ext cx="463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205319" y="836348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7165243" y="3134379"/>
            <a:ext cx="484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ja-JP" sz="2800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5221205" y="4014093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922723" y="2702729"/>
            <a:ext cx="324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035139" y="427570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ja-JP" altLang="en-US" sz="2800" i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7635749" y="1617321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277269" y="2696152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b-frame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162991" y="4645035"/>
            <a:ext cx="1254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-frame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矢印コネクタ 4"/>
          <p:cNvCxnSpPr/>
          <p:nvPr/>
        </p:nvCxnSpPr>
        <p:spPr>
          <a:xfrm flipV="1">
            <a:off x="7427495" y="1379621"/>
            <a:ext cx="0" cy="16683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6878053" y="2502568"/>
            <a:ext cx="1255294" cy="120315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円/楕円 16"/>
          <p:cNvSpPr/>
          <p:nvPr/>
        </p:nvSpPr>
        <p:spPr>
          <a:xfrm>
            <a:off x="6310561" y="2307055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/>
        </p:nvSpPr>
        <p:spPr>
          <a:xfrm>
            <a:off x="7696199" y="3412956"/>
            <a:ext cx="1199148" cy="332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934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2950562" y="1602803"/>
            <a:ext cx="1227644" cy="646331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6510799" y="1602803"/>
            <a:ext cx="1277455" cy="646331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 rotor</a:t>
            </a:r>
            <a:endParaRPr lang="en-US" altLang="ja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3564384" y="2237256"/>
            <a:ext cx="0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 flipH="1">
            <a:off x="7134671" y="2237256"/>
            <a:ext cx="1" cy="3600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>
            <a:off x="3549527" y="2759242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flipH="1">
            <a:off x="3534671" y="3772713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>
            <a:off x="3549527" y="4768476"/>
            <a:ext cx="3600000" cy="360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928523" y="2493851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endParaRPr kumimoji="1"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7257424" y="2807368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RP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7257424" y="3403381"/>
            <a:ext cx="4763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Tsr</a:t>
            </a:r>
            <a:endParaRPr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2925317" y="378285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2934133" y="4479970"/>
            <a:ext cx="4844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正方形/長方形 26"/>
          <p:cNvSpPr/>
          <p:nvPr/>
        </p:nvSpPr>
        <p:spPr>
          <a:xfrm>
            <a:off x="7257424" y="4895197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RF</a:t>
            </a:r>
            <a:endParaRPr lang="ja-JP" altLang="en-US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4888384" y="2473262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Poll (ID)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正方形/長方形 28"/>
          <p:cNvSpPr/>
          <p:nvPr/>
        </p:nvSpPr>
        <p:spPr>
          <a:xfrm>
            <a:off x="4859529" y="3436203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正方形/長方形 29"/>
          <p:cNvSpPr/>
          <p:nvPr/>
        </p:nvSpPr>
        <p:spPr>
          <a:xfrm>
            <a:off x="4194636" y="4399144"/>
            <a:ext cx="2399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Final (ID,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ja-JP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SF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751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10230</TotalTime>
  <Words>37</Words>
  <Application>Microsoft Office PowerPoint</Application>
  <PresentationFormat>ワイド画面</PresentationFormat>
  <Paragraphs>24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6</cp:revision>
  <dcterms:created xsi:type="dcterms:W3CDTF">2019-05-08T04:56:42Z</dcterms:created>
  <dcterms:modified xsi:type="dcterms:W3CDTF">2019-07-24T10:16:22Z</dcterms:modified>
</cp:coreProperties>
</file>