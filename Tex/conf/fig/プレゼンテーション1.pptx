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98" d="100"/>
          <a:sy n="98" d="100"/>
        </p:scale>
        <p:origin x="1074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2019/11/21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28211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2019/11/21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69194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2019/11/21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50609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2019/11/21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77642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2019/11/21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2210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2019/11/21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9565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2019/11/21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89633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2019/11/21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369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2019/11/21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06994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2019/11/21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29609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2019/11/21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11837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91B90-8A79-412C-89FE-F2A94E6B2FAF}" type="datetimeFigureOut">
              <a:rPr kumimoji="1" lang="ja-JP" altLang="en-US" smtClean="0"/>
              <a:t>2019/11/21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17401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996" y="4727559"/>
            <a:ext cx="1787456" cy="1150723"/>
          </a:xfrm>
          <a:prstGeom prst="rect">
            <a:avLst/>
          </a:prstGeom>
          <a:ln w="12700">
            <a:noFill/>
          </a:ln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757" y="2602763"/>
            <a:ext cx="1496541" cy="1496541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112" y="244210"/>
            <a:ext cx="1716045" cy="1716045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901" y="175695"/>
            <a:ext cx="1853074" cy="1853074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3651" y="2370126"/>
            <a:ext cx="1931773" cy="1931773"/>
          </a:xfrm>
          <a:prstGeom prst="rect">
            <a:avLst/>
          </a:prstGeom>
          <a:ln w="12700">
            <a:noFill/>
          </a:ln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027" y="4409227"/>
            <a:ext cx="1430830" cy="1430830"/>
          </a:xfrm>
          <a:prstGeom prst="rect">
            <a:avLst/>
          </a:prstGeom>
          <a:ln w="12700">
            <a:noFill/>
          </a:ln>
        </p:spPr>
      </p:pic>
      <p:cxnSp>
        <p:nvCxnSpPr>
          <p:cNvPr id="12" name="直線コネクタ 11"/>
          <p:cNvCxnSpPr>
            <a:stCxn id="47" idx="3"/>
            <a:endCxn id="10" idx="1"/>
          </p:cNvCxnSpPr>
          <p:nvPr/>
        </p:nvCxnSpPr>
        <p:spPr>
          <a:xfrm flipV="1">
            <a:off x="6501413" y="5124642"/>
            <a:ext cx="93861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/>
          <p:cNvCxnSpPr>
            <a:stCxn id="5" idx="3"/>
            <a:endCxn id="40" idx="1"/>
          </p:cNvCxnSpPr>
          <p:nvPr/>
        </p:nvCxnSpPr>
        <p:spPr>
          <a:xfrm>
            <a:off x="3640298" y="3351034"/>
            <a:ext cx="86695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コネクタ 16"/>
          <p:cNvCxnSpPr>
            <a:stCxn id="6" idx="3"/>
            <a:endCxn id="8" idx="1"/>
          </p:cNvCxnSpPr>
          <p:nvPr/>
        </p:nvCxnSpPr>
        <p:spPr>
          <a:xfrm flipV="1">
            <a:off x="6331157" y="1102232"/>
            <a:ext cx="793744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コネクタ 18"/>
          <p:cNvCxnSpPr>
            <a:stCxn id="6" idx="2"/>
            <a:endCxn id="40" idx="0"/>
          </p:cNvCxnSpPr>
          <p:nvPr/>
        </p:nvCxnSpPr>
        <p:spPr>
          <a:xfrm>
            <a:off x="5473135" y="1960255"/>
            <a:ext cx="0" cy="42489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/>
          <p:cNvCxnSpPr>
            <a:endCxn id="4" idx="0"/>
          </p:cNvCxnSpPr>
          <p:nvPr/>
        </p:nvCxnSpPr>
        <p:spPr>
          <a:xfrm>
            <a:off x="5538488" y="4451945"/>
            <a:ext cx="0" cy="27561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/>
          <p:cNvSpPr txBox="1"/>
          <p:nvPr/>
        </p:nvSpPr>
        <p:spPr>
          <a:xfrm>
            <a:off x="6653966" y="510614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3809812" y="2981701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I2C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5512444" y="1988035"/>
            <a:ext cx="799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6468983" y="1102232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SPI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7433319" y="1673031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DWM1000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4553651" y="1583434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 Mini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2313429" y="3784496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VL53L0X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5059724" y="4082613"/>
            <a:ext cx="1014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NAVIO2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4885868" y="5851791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7682073" y="584005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Pixracer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正方形/長方形 39"/>
          <p:cNvSpPr/>
          <p:nvPr/>
        </p:nvSpPr>
        <p:spPr>
          <a:xfrm>
            <a:off x="4507249" y="2385148"/>
            <a:ext cx="2041832" cy="2075097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/>
          <p:cNvSpPr/>
          <p:nvPr/>
        </p:nvSpPr>
        <p:spPr>
          <a:xfrm>
            <a:off x="4647542" y="4719259"/>
            <a:ext cx="1853871" cy="15016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1" name="正方形/長方形 50"/>
          <p:cNvSpPr/>
          <p:nvPr/>
        </p:nvSpPr>
        <p:spPr>
          <a:xfrm>
            <a:off x="7450240" y="4409227"/>
            <a:ext cx="1420618" cy="180016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7169457" y="1994517"/>
            <a:ext cx="1935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UWB antenna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027163" y="1923103"/>
            <a:ext cx="2198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 controller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843080" y="4051617"/>
            <a:ext cx="2124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sensor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169457" y="6139870"/>
            <a:ext cx="2195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Fright controller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4553651" y="6139870"/>
            <a:ext cx="2071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computer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6507685" y="3929414"/>
            <a:ext cx="1836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Sensor board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202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4767900" y="1357031"/>
            <a:ext cx="158889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UWB Modules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/>
              <p:cNvSpPr txBox="1"/>
              <p:nvPr/>
            </p:nvSpPr>
            <p:spPr>
              <a:xfrm>
                <a:off x="3644741" y="2499695"/>
                <a:ext cx="3835216" cy="6863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estimate p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osition, velocity and 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attitude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altLang="ja-JP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</m:acc>
                    </m:oMath>
                  </m:oMathPara>
                </a14:m>
                <a:endParaRPr kumimoji="1" lang="en-US" altLang="ja-JP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テキスト ボックス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741" y="2499695"/>
                <a:ext cx="3835216" cy="686342"/>
              </a:xfrm>
              <a:prstGeom prst="rect">
                <a:avLst/>
              </a:prstGeom>
              <a:blipFill rotWithShape="0">
                <a:blip r:embed="rId2"/>
                <a:stretch>
                  <a:fillRect l="-792" t="-3478" r="-475" b="-34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/>
          <p:cNvCxnSpPr>
            <a:stCxn id="2" idx="2"/>
            <a:endCxn id="3" idx="0"/>
          </p:cNvCxnSpPr>
          <p:nvPr/>
        </p:nvCxnSpPr>
        <p:spPr>
          <a:xfrm>
            <a:off x="5562349" y="1726363"/>
            <a:ext cx="0" cy="7733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/>
              <p:cNvSpPr txBox="1"/>
              <p:nvPr/>
            </p:nvSpPr>
            <p:spPr>
              <a:xfrm>
                <a:off x="5626461" y="1686178"/>
                <a:ext cx="344741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between Anchors and Tag: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テキスト ボックス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461" y="1686178"/>
                <a:ext cx="3447419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1062" t="-5660" r="-7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テキスト ボックス 6"/>
          <p:cNvSpPr txBox="1"/>
          <p:nvPr/>
        </p:nvSpPr>
        <p:spPr>
          <a:xfrm>
            <a:off x="657157" y="2658200"/>
            <a:ext cx="16748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Sensor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矢印コネクタ 8"/>
          <p:cNvCxnSpPr>
            <a:stCxn id="7" idx="3"/>
            <a:endCxn id="3" idx="1"/>
          </p:cNvCxnSpPr>
          <p:nvPr/>
        </p:nvCxnSpPr>
        <p:spPr>
          <a:xfrm>
            <a:off x="2332039" y="2842866"/>
            <a:ext cx="131270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2315291" y="2816705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altitude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1" lang="en-US" altLang="ja-JP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kumimoji="1" lang="ja-JP" altLang="en-US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9652016" y="2434211"/>
            <a:ext cx="101412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NAVIO2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線矢印コネクタ 27"/>
          <p:cNvCxnSpPr>
            <a:stCxn id="26" idx="1"/>
          </p:cNvCxnSpPr>
          <p:nvPr/>
        </p:nvCxnSpPr>
        <p:spPr>
          <a:xfrm flipH="1" flipV="1">
            <a:off x="7479958" y="2605441"/>
            <a:ext cx="217205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/>
              <p:cNvSpPr txBox="1"/>
              <p:nvPr/>
            </p:nvSpPr>
            <p:spPr>
              <a:xfrm>
                <a:off x="7672245" y="2634610"/>
                <a:ext cx="2203167" cy="945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cceleration and </a:t>
                </a:r>
              </a:p>
              <a:p>
                <a:pPr algn="ctr"/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angular velocity: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9" name="テキスト ボックス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245" y="2634610"/>
                <a:ext cx="2203167" cy="945259"/>
              </a:xfrm>
              <a:prstGeom prst="rect">
                <a:avLst/>
              </a:prstGeom>
              <a:blipFill rotWithShape="0">
                <a:blip r:embed="rId4"/>
                <a:stretch>
                  <a:fillRect t="-3226" b="-12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テキスト ボックス 30"/>
          <p:cNvSpPr txBox="1"/>
          <p:nvPr/>
        </p:nvSpPr>
        <p:spPr>
          <a:xfrm>
            <a:off x="4431264" y="4177205"/>
            <a:ext cx="22878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alculate desired angle</a:t>
            </a:r>
          </a:p>
        </p:txBody>
      </p:sp>
      <p:cxnSp>
        <p:nvCxnSpPr>
          <p:cNvPr id="36" name="直線矢印コネクタ 35"/>
          <p:cNvCxnSpPr>
            <a:stCxn id="3" idx="2"/>
            <a:endCxn id="76" idx="0"/>
          </p:cNvCxnSpPr>
          <p:nvPr/>
        </p:nvCxnSpPr>
        <p:spPr>
          <a:xfrm>
            <a:off x="5562349" y="3186037"/>
            <a:ext cx="0" cy="4150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/>
          <p:cNvCxnSpPr/>
          <p:nvPr/>
        </p:nvCxnSpPr>
        <p:spPr>
          <a:xfrm flipH="1">
            <a:off x="6731894" y="3855309"/>
            <a:ext cx="116819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/>
              <p:cNvSpPr txBox="1"/>
              <p:nvPr/>
            </p:nvSpPr>
            <p:spPr>
              <a:xfrm>
                <a:off x="7913335" y="3670643"/>
                <a:ext cx="2245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 position: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テキスト ボックス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3335" y="3670643"/>
                <a:ext cx="224574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2168" t="-8197" b="-245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テキスト ボックス 44"/>
          <p:cNvSpPr txBox="1"/>
          <p:nvPr/>
        </p:nvSpPr>
        <p:spPr>
          <a:xfrm>
            <a:off x="4596620" y="6243311"/>
            <a:ext cx="196079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Attitude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線矢印コネクタ 46"/>
          <p:cNvCxnSpPr>
            <a:stCxn id="31" idx="2"/>
            <a:endCxn id="66" idx="0"/>
          </p:cNvCxnSpPr>
          <p:nvPr/>
        </p:nvCxnSpPr>
        <p:spPr>
          <a:xfrm>
            <a:off x="5575167" y="4546537"/>
            <a:ext cx="0" cy="4532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/>
              <p:cNvSpPr txBox="1"/>
              <p:nvPr/>
            </p:nvSpPr>
            <p:spPr>
              <a:xfrm>
                <a:off x="5587989" y="5476863"/>
                <a:ext cx="386516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 ride servo input(1000~2000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ja-JP" altLang="en-US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sec</m:t>
                    </m:r>
                  </m:oMath>
                </a14:m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Ch1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Ch2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Ch3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Ch4</a:t>
                </a:r>
                <a:endParaRPr kumimoji="1" lang="ja-JP" alt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テキスト ボックス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89" y="5476863"/>
                <a:ext cx="3865161" cy="646331"/>
              </a:xfrm>
              <a:prstGeom prst="rect">
                <a:avLst/>
              </a:prstGeom>
              <a:blipFill rotWithShape="0">
                <a:blip r:embed="rId6"/>
                <a:stretch>
                  <a:fillRect l="-1420" t="-4717" r="-158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テキスト ボックス 65"/>
          <p:cNvSpPr txBox="1"/>
          <p:nvPr/>
        </p:nvSpPr>
        <p:spPr>
          <a:xfrm>
            <a:off x="4174783" y="4999773"/>
            <a:ext cx="28007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hange angle to servo signal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テキスト ボックス 66"/>
              <p:cNvSpPr txBox="1"/>
              <p:nvPr/>
            </p:nvSpPr>
            <p:spPr>
              <a:xfrm>
                <a:off x="5587989" y="4557038"/>
                <a:ext cx="1218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67" name="テキスト ボックス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89" y="4557038"/>
                <a:ext cx="1218219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直線矢印コネクタ 68"/>
          <p:cNvCxnSpPr>
            <a:stCxn id="66" idx="2"/>
            <a:endCxn id="45" idx="0"/>
          </p:cNvCxnSpPr>
          <p:nvPr/>
        </p:nvCxnSpPr>
        <p:spPr>
          <a:xfrm>
            <a:off x="5575167" y="5369105"/>
            <a:ext cx="1850" cy="8742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テキスト ボックス 75"/>
          <p:cNvSpPr txBox="1"/>
          <p:nvPr/>
        </p:nvSpPr>
        <p:spPr>
          <a:xfrm>
            <a:off x="4418440" y="3601083"/>
            <a:ext cx="23134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osition PID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直線矢印コネクタ 80"/>
          <p:cNvCxnSpPr>
            <a:stCxn id="76" idx="2"/>
            <a:endCxn id="31" idx="0"/>
          </p:cNvCxnSpPr>
          <p:nvPr/>
        </p:nvCxnSpPr>
        <p:spPr>
          <a:xfrm>
            <a:off x="5575167" y="3970415"/>
            <a:ext cx="0" cy="2067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角丸四角形 103"/>
          <p:cNvSpPr/>
          <p:nvPr/>
        </p:nvSpPr>
        <p:spPr>
          <a:xfrm>
            <a:off x="3418703" y="2356243"/>
            <a:ext cx="4313063" cy="3129735"/>
          </a:xfrm>
          <a:prstGeom prst="round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角丸四角形 108"/>
          <p:cNvSpPr/>
          <p:nvPr/>
        </p:nvSpPr>
        <p:spPr>
          <a:xfrm>
            <a:off x="4497859" y="6144197"/>
            <a:ext cx="2158314" cy="555804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" name="テキスト ボックス 115"/>
          <p:cNvSpPr txBox="1"/>
          <p:nvPr/>
        </p:nvSpPr>
        <p:spPr>
          <a:xfrm>
            <a:off x="3114147" y="1944286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</a:t>
            </a:r>
            <a:endParaRPr kumimoji="1" lang="ja-JP" alt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テキスト ボックス 116"/>
          <p:cNvSpPr txBox="1"/>
          <p:nvPr/>
        </p:nvSpPr>
        <p:spPr>
          <a:xfrm>
            <a:off x="4029467" y="576436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Pixracer</a:t>
            </a:r>
            <a:endParaRPr kumimoji="1" lang="ja-JP" altLang="en-US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591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5474564" y="1461561"/>
            <a:ext cx="1588897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UWB Modules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/>
              <p:cNvSpPr txBox="1"/>
              <p:nvPr/>
            </p:nvSpPr>
            <p:spPr>
              <a:xfrm>
                <a:off x="3508117" y="2524101"/>
                <a:ext cx="4061254" cy="6863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osition, velocity and 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attitude estimation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altLang="ja-JP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</m:acc>
                    </m:oMath>
                  </m:oMathPara>
                </a14:m>
                <a:endParaRPr kumimoji="1" lang="en-US" altLang="ja-JP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テキスト ボックス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8117" y="2524101"/>
                <a:ext cx="4061254" cy="686342"/>
              </a:xfrm>
              <a:prstGeom prst="rect">
                <a:avLst/>
              </a:prstGeom>
              <a:blipFill rotWithShape="0">
                <a:blip r:embed="rId2"/>
                <a:stretch>
                  <a:fillRect t="-3478" r="-897" b="-34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/>
          <p:cNvCxnSpPr>
            <a:stCxn id="2" idx="2"/>
          </p:cNvCxnSpPr>
          <p:nvPr/>
        </p:nvCxnSpPr>
        <p:spPr>
          <a:xfrm flipH="1">
            <a:off x="6269012" y="1821561"/>
            <a:ext cx="1" cy="6781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/>
              <p:cNvSpPr txBox="1"/>
              <p:nvPr/>
            </p:nvSpPr>
            <p:spPr>
              <a:xfrm>
                <a:off x="6369279" y="1808010"/>
                <a:ext cx="358848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Distances between Anchors and Tag: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テキスト ボックス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9279" y="1808010"/>
                <a:ext cx="3588483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850" t="-5660" r="-8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テキスト ボックス 6"/>
          <p:cNvSpPr txBox="1"/>
          <p:nvPr/>
        </p:nvSpPr>
        <p:spPr>
          <a:xfrm>
            <a:off x="3724530" y="1461561"/>
            <a:ext cx="1674882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Sensor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447563" y="1914246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ltitude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1" lang="en-US" altLang="ja-JP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kumimoji="1" lang="ja-JP" altLang="en-US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9413913" y="2537223"/>
            <a:ext cx="1014124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NAVIO2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線矢印コネクタ 27"/>
          <p:cNvCxnSpPr>
            <a:stCxn id="26" idx="1"/>
          </p:cNvCxnSpPr>
          <p:nvPr/>
        </p:nvCxnSpPr>
        <p:spPr>
          <a:xfrm flipH="1">
            <a:off x="7569371" y="2717223"/>
            <a:ext cx="184454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/>
              <p:cNvSpPr txBox="1"/>
              <p:nvPr/>
            </p:nvSpPr>
            <p:spPr>
              <a:xfrm>
                <a:off x="7669525" y="2865349"/>
                <a:ext cx="2790572" cy="690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cceleration: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ngular velocity: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ja-JP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ja-JP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ja-JP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9" name="テキスト ボックス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525" y="2865349"/>
                <a:ext cx="2790572" cy="690189"/>
              </a:xfrm>
              <a:prstGeom prst="rect">
                <a:avLst/>
              </a:prstGeom>
              <a:blipFill rotWithShape="0">
                <a:blip r:embed="rId4"/>
                <a:stretch>
                  <a:fillRect l="-873" t="-4425" b="-97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テキスト ボックス 30"/>
          <p:cNvSpPr txBox="1"/>
          <p:nvPr/>
        </p:nvSpPr>
        <p:spPr>
          <a:xfrm>
            <a:off x="4431264" y="4300428"/>
            <a:ext cx="25442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Desired angle </a:t>
            </a:r>
            <a:r>
              <a:rPr kumimoji="1"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calcuration</a:t>
            </a:r>
            <a:endParaRPr kumimoji="1" lang="en-US" altLang="ja-JP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直線矢印コネクタ 35"/>
          <p:cNvCxnSpPr/>
          <p:nvPr/>
        </p:nvCxnSpPr>
        <p:spPr>
          <a:xfrm>
            <a:off x="5572887" y="3219695"/>
            <a:ext cx="0" cy="360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/>
          <p:cNvCxnSpPr/>
          <p:nvPr/>
        </p:nvCxnSpPr>
        <p:spPr>
          <a:xfrm flipH="1">
            <a:off x="6769904" y="3785749"/>
            <a:ext cx="116819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/>
              <p:cNvSpPr txBox="1"/>
              <p:nvPr/>
            </p:nvSpPr>
            <p:spPr>
              <a:xfrm>
                <a:off x="7951345" y="3601083"/>
                <a:ext cx="22935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 position: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テキスト ボックス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345" y="3601083"/>
                <a:ext cx="229351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2122" t="-10000" b="-2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テキスト ボックス 44"/>
          <p:cNvSpPr txBox="1"/>
          <p:nvPr/>
        </p:nvSpPr>
        <p:spPr>
          <a:xfrm>
            <a:off x="4596620" y="6243311"/>
            <a:ext cx="1960793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Attitude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線矢印コネクタ 46"/>
          <p:cNvCxnSpPr/>
          <p:nvPr/>
        </p:nvCxnSpPr>
        <p:spPr>
          <a:xfrm>
            <a:off x="5571962" y="4660428"/>
            <a:ext cx="0" cy="360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/>
              <p:cNvSpPr txBox="1"/>
              <p:nvPr/>
            </p:nvSpPr>
            <p:spPr>
              <a:xfrm>
                <a:off x="5587989" y="5476863"/>
                <a:ext cx="386516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 ride servo input(1000~2000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ja-JP" altLang="en-US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sec</m:t>
                    </m:r>
                  </m:oMath>
                </a14:m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Ch1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Ch2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Ch3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Ch4</a:t>
                </a:r>
                <a:endParaRPr kumimoji="1" lang="ja-JP" alt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テキスト ボックス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89" y="5476863"/>
                <a:ext cx="3865161" cy="646331"/>
              </a:xfrm>
              <a:prstGeom prst="rect">
                <a:avLst/>
              </a:prstGeom>
              <a:blipFill rotWithShape="0">
                <a:blip r:embed="rId6"/>
                <a:stretch>
                  <a:fillRect l="-1420" t="-4717" r="-158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テキスト ボックス 65"/>
          <p:cNvSpPr txBox="1"/>
          <p:nvPr/>
        </p:nvSpPr>
        <p:spPr>
          <a:xfrm>
            <a:off x="4174783" y="4999773"/>
            <a:ext cx="29418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hange angles to servo signal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テキスト ボックス 66"/>
              <p:cNvSpPr txBox="1"/>
              <p:nvPr/>
            </p:nvSpPr>
            <p:spPr>
              <a:xfrm>
                <a:off x="5585212" y="4645435"/>
                <a:ext cx="1218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67" name="テキスト ボックス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212" y="4645435"/>
                <a:ext cx="1218219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直線矢印コネクタ 68"/>
          <p:cNvCxnSpPr/>
          <p:nvPr/>
        </p:nvCxnSpPr>
        <p:spPr>
          <a:xfrm>
            <a:off x="5571962" y="5359773"/>
            <a:ext cx="1850" cy="900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テキスト ボックス 75"/>
          <p:cNvSpPr txBox="1"/>
          <p:nvPr/>
        </p:nvSpPr>
        <p:spPr>
          <a:xfrm>
            <a:off x="4418440" y="3601083"/>
            <a:ext cx="23262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osition PID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直線矢印コネクタ 80"/>
          <p:cNvCxnSpPr/>
          <p:nvPr/>
        </p:nvCxnSpPr>
        <p:spPr>
          <a:xfrm>
            <a:off x="5572887" y="3961083"/>
            <a:ext cx="0" cy="3393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角丸四角形 103"/>
          <p:cNvSpPr/>
          <p:nvPr/>
        </p:nvSpPr>
        <p:spPr>
          <a:xfrm>
            <a:off x="3319849" y="2304581"/>
            <a:ext cx="4473146" cy="3181397"/>
          </a:xfrm>
          <a:prstGeom prst="roundRect">
            <a:avLst/>
          </a:prstGeom>
          <a:noFill/>
          <a:ln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角丸四角形 108"/>
          <p:cNvSpPr/>
          <p:nvPr/>
        </p:nvSpPr>
        <p:spPr>
          <a:xfrm>
            <a:off x="4497859" y="6144197"/>
            <a:ext cx="2158314" cy="555804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6" name="テキスト ボックス 115"/>
          <p:cNvSpPr txBox="1"/>
          <p:nvPr/>
        </p:nvSpPr>
        <p:spPr>
          <a:xfrm>
            <a:off x="7701585" y="4985044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</a:t>
            </a:r>
            <a:endParaRPr kumimoji="1" lang="ja-JP" altLang="en-US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テキスト ボックス 116"/>
          <p:cNvSpPr txBox="1"/>
          <p:nvPr/>
        </p:nvSpPr>
        <p:spPr>
          <a:xfrm>
            <a:off x="4307278" y="5725308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Pixracer</a:t>
            </a:r>
            <a:endParaRPr kumimoji="1" lang="ja-JP" alt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矢印コネクタ 13"/>
          <p:cNvCxnSpPr>
            <a:stCxn id="7" idx="2"/>
          </p:cNvCxnSpPr>
          <p:nvPr/>
        </p:nvCxnSpPr>
        <p:spPr>
          <a:xfrm>
            <a:off x="4561971" y="1821561"/>
            <a:ext cx="0" cy="678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391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810" y="0"/>
            <a:ext cx="9204898" cy="6858000"/>
          </a:xfrm>
          <a:prstGeom prst="rect">
            <a:avLst/>
          </a:prstGeom>
        </p:spPr>
      </p:pic>
      <p:sp>
        <p:nvSpPr>
          <p:cNvPr id="3" name="テキスト ボックス 2"/>
          <p:cNvSpPr txBox="1"/>
          <p:nvPr/>
        </p:nvSpPr>
        <p:spPr>
          <a:xfrm>
            <a:off x="1710677" y="4981407"/>
            <a:ext cx="3581894" cy="181588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650g, 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2633KV</a:t>
            </a:r>
          </a:p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Propeller(Inch): </a:t>
            </a:r>
          </a:p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5(diameter) × 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3(pitch)</a:t>
            </a:r>
            <a:endParaRPr kumimoji="1" lang="en-US" altLang="ja-JP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LiPo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(3Cell 1800mAh)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317218" y="131323"/>
            <a:ext cx="2186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UWB module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線矢印コネクタ 5"/>
          <p:cNvCxnSpPr>
            <a:stCxn id="4" idx="1"/>
          </p:cNvCxnSpPr>
          <p:nvPr/>
        </p:nvCxnSpPr>
        <p:spPr>
          <a:xfrm flipH="1">
            <a:off x="6293796" y="392933"/>
            <a:ext cx="1023422" cy="594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1638585" y="625672"/>
            <a:ext cx="2444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sensor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矢印コネクタ 10"/>
          <p:cNvCxnSpPr>
            <a:stCxn id="9" idx="3"/>
          </p:cNvCxnSpPr>
          <p:nvPr/>
        </p:nvCxnSpPr>
        <p:spPr>
          <a:xfrm>
            <a:off x="4083485" y="887282"/>
            <a:ext cx="624702" cy="8928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8473706" y="756124"/>
            <a:ext cx="883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IMU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矢印コネクタ 13"/>
          <p:cNvCxnSpPr>
            <a:stCxn id="12" idx="1"/>
          </p:cNvCxnSpPr>
          <p:nvPr/>
        </p:nvCxnSpPr>
        <p:spPr>
          <a:xfrm flipH="1">
            <a:off x="7159558" y="1017734"/>
            <a:ext cx="1314148" cy="7624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矢印コネクタ 19"/>
          <p:cNvCxnSpPr/>
          <p:nvPr/>
        </p:nvCxnSpPr>
        <p:spPr>
          <a:xfrm>
            <a:off x="3005847" y="3554543"/>
            <a:ext cx="3385225" cy="185403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 flipH="1">
            <a:off x="2140085" y="3206692"/>
            <a:ext cx="1126800" cy="119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/>
          <p:cNvCxnSpPr/>
          <p:nvPr/>
        </p:nvCxnSpPr>
        <p:spPr>
          <a:xfrm flipH="1">
            <a:off x="5535437" y="5116749"/>
            <a:ext cx="1069644" cy="13013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/>
          <p:cNvSpPr txBox="1"/>
          <p:nvPr/>
        </p:nvSpPr>
        <p:spPr>
          <a:xfrm>
            <a:off x="3638145" y="4396902"/>
            <a:ext cx="1281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165mm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80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2069</TotalTime>
  <Words>162</Words>
  <Application>Microsoft Office PowerPoint</Application>
  <PresentationFormat>ワイド画面</PresentationFormat>
  <Paragraphs>65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ＭＳ Ｐゴシック</vt:lpstr>
      <vt:lpstr>Arial</vt:lpstr>
      <vt:lpstr>Calibri</vt:lpstr>
      <vt:lpstr>Calibri Light</vt:lpstr>
      <vt:lpstr>Cambria Math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翔太</dc:creator>
  <cp:lastModifiedBy>中村 翔太</cp:lastModifiedBy>
  <cp:revision>32</cp:revision>
  <dcterms:created xsi:type="dcterms:W3CDTF">2019-06-16T04:41:44Z</dcterms:created>
  <dcterms:modified xsi:type="dcterms:W3CDTF">2019-11-21T10:35:27Z</dcterms:modified>
</cp:coreProperties>
</file>