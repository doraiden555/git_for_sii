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2019/12/27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2849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2019/12/27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0891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2019/12/27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4248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2019/12/27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8296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2019/12/27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1165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2019/12/27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5913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2019/12/27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4084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2019/12/27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4301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2019/12/27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8802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2019/12/27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3189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2019/12/27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5982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67E32-36BD-4F78-9E37-548E2B94B7E6}" type="datetimeFigureOut">
              <a:rPr kumimoji="1" lang="ja-JP" altLang="en-US" smtClean="0"/>
              <a:t>2019/12/27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5834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矢印コネクタ 6"/>
          <p:cNvCxnSpPr/>
          <p:nvPr/>
        </p:nvCxnSpPr>
        <p:spPr>
          <a:xfrm flipV="1">
            <a:off x="7427495" y="3048000"/>
            <a:ext cx="183682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 flipH="1">
            <a:off x="6328611" y="3048000"/>
            <a:ext cx="1098884" cy="10667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/>
        </p:nvCxnSpPr>
        <p:spPr>
          <a:xfrm flipV="1">
            <a:off x="6485021" y="2398295"/>
            <a:ext cx="2041357" cy="12593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円/楕円 15"/>
          <p:cNvSpPr/>
          <p:nvPr/>
        </p:nvSpPr>
        <p:spPr>
          <a:xfrm>
            <a:off x="5600700" y="3412956"/>
            <a:ext cx="1199148" cy="33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/>
        </p:nvSpPr>
        <p:spPr>
          <a:xfrm>
            <a:off x="8101264" y="2307055"/>
            <a:ext cx="1199148" cy="33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0" name="グループ化 19"/>
          <p:cNvGrpSpPr/>
          <p:nvPr/>
        </p:nvGrpSpPr>
        <p:grpSpPr>
          <a:xfrm>
            <a:off x="3445044" y="3245517"/>
            <a:ext cx="1762625" cy="1738564"/>
            <a:chOff x="6328611" y="1379621"/>
            <a:chExt cx="2935705" cy="2735178"/>
          </a:xfrm>
        </p:grpSpPr>
        <p:cxnSp>
          <p:nvCxnSpPr>
            <p:cNvPr id="21" name="直線矢印コネクタ 20"/>
            <p:cNvCxnSpPr/>
            <p:nvPr/>
          </p:nvCxnSpPr>
          <p:spPr>
            <a:xfrm flipV="1">
              <a:off x="7427495" y="1379621"/>
              <a:ext cx="0" cy="16683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矢印コネクタ 21"/>
            <p:cNvCxnSpPr/>
            <p:nvPr/>
          </p:nvCxnSpPr>
          <p:spPr>
            <a:xfrm flipV="1">
              <a:off x="7427495" y="3048000"/>
              <a:ext cx="183682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矢印コネクタ 22"/>
            <p:cNvCxnSpPr/>
            <p:nvPr/>
          </p:nvCxnSpPr>
          <p:spPr>
            <a:xfrm flipH="1">
              <a:off x="6328611" y="3048000"/>
              <a:ext cx="1098884" cy="106679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テキスト ボックス 23"/>
          <p:cNvSpPr txBox="1"/>
          <p:nvPr/>
        </p:nvSpPr>
        <p:spPr>
          <a:xfrm>
            <a:off x="3157785" y="4799415"/>
            <a:ext cx="343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kumimoji="1" lang="ja-JP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5960226" y="4130839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2800" i="1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ja-JP" altLang="en-US" sz="2800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9419487" y="2786390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ja-JP" sz="2800" i="1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ja-JP" altLang="en-US" sz="2800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7205319" y="836348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1" lang="en-US" altLang="ja-JP" sz="2800" i="1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ja-JP" altLang="en-US" sz="2800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7165243" y="3134379"/>
            <a:ext cx="484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ja-JP" sz="2800" i="1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ja-JP" altLang="en-US" sz="2800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5221205" y="4014093"/>
            <a:ext cx="343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kumimoji="1" lang="ja-JP" altLang="en-US" sz="2800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3922723" y="2702729"/>
            <a:ext cx="324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kumimoji="1" lang="ja-JP" altLang="en-US" sz="2800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4035139" y="427570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kumimoji="1" lang="ja-JP" altLang="en-US" sz="2800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7635749" y="1617321"/>
            <a:ext cx="17812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Quad-rotor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5277269" y="2696152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b-frame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4162991" y="4645035"/>
            <a:ext cx="1254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-frame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線矢印コネクタ 4"/>
          <p:cNvCxnSpPr/>
          <p:nvPr/>
        </p:nvCxnSpPr>
        <p:spPr>
          <a:xfrm flipV="1">
            <a:off x="7427495" y="1379621"/>
            <a:ext cx="0" cy="166837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>
            <a:off x="6878053" y="2502568"/>
            <a:ext cx="1255294" cy="120315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円/楕円 16"/>
          <p:cNvSpPr/>
          <p:nvPr/>
        </p:nvSpPr>
        <p:spPr>
          <a:xfrm>
            <a:off x="6310561" y="2307055"/>
            <a:ext cx="1199148" cy="33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/>
        </p:nvSpPr>
        <p:spPr>
          <a:xfrm>
            <a:off x="7696199" y="3412956"/>
            <a:ext cx="1199148" cy="33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9343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2950562" y="1602803"/>
            <a:ext cx="1227644" cy="646331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Anchor</a:t>
            </a:r>
          </a:p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6510799" y="1602803"/>
            <a:ext cx="1277455" cy="646331"/>
          </a:xfrm>
          <a:prstGeom prst="rect">
            <a:avLst/>
          </a:prstGeom>
          <a:ln w="19050"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Quad rotor</a:t>
            </a:r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線コネクタ 4"/>
          <p:cNvCxnSpPr/>
          <p:nvPr/>
        </p:nvCxnSpPr>
        <p:spPr>
          <a:xfrm>
            <a:off x="3564384" y="2237256"/>
            <a:ext cx="0" cy="3600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/>
          <p:cNvCxnSpPr/>
          <p:nvPr/>
        </p:nvCxnSpPr>
        <p:spPr>
          <a:xfrm flipH="1">
            <a:off x="7134671" y="2237256"/>
            <a:ext cx="1" cy="3600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/>
          <p:nvPr/>
        </p:nvCxnSpPr>
        <p:spPr>
          <a:xfrm>
            <a:off x="3549527" y="2759242"/>
            <a:ext cx="360000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flipH="1">
            <a:off x="3534671" y="3772713"/>
            <a:ext cx="360000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>
            <a:off x="3549527" y="4768476"/>
            <a:ext cx="360000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/>
          <p:cNvSpPr txBox="1"/>
          <p:nvPr/>
        </p:nvSpPr>
        <p:spPr>
          <a:xfrm>
            <a:off x="2928523" y="2493851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endParaRPr kumimoji="1" lang="ja-JP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7257424" y="2807368"/>
            <a:ext cx="502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RP</a:t>
            </a:r>
            <a:endParaRPr lang="ja-JP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正方形/長方形 23"/>
          <p:cNvSpPr/>
          <p:nvPr/>
        </p:nvSpPr>
        <p:spPr>
          <a:xfrm>
            <a:off x="7257424" y="3403381"/>
            <a:ext cx="4763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Tsr</a:t>
            </a:r>
            <a:endParaRPr lang="ja-JP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正方形/長方形 24"/>
          <p:cNvSpPr/>
          <p:nvPr/>
        </p:nvSpPr>
        <p:spPr>
          <a:xfrm>
            <a:off x="2925317" y="3782857"/>
            <a:ext cx="502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RR</a:t>
            </a:r>
            <a:endParaRPr lang="ja-JP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正方形/長方形 25"/>
          <p:cNvSpPr/>
          <p:nvPr/>
        </p:nvSpPr>
        <p:spPr>
          <a:xfrm>
            <a:off x="2934133" y="4479970"/>
            <a:ext cx="484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ja-JP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正方形/長方形 26"/>
          <p:cNvSpPr/>
          <p:nvPr/>
        </p:nvSpPr>
        <p:spPr>
          <a:xfrm>
            <a:off x="7257424" y="4895197"/>
            <a:ext cx="502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RF</a:t>
            </a:r>
            <a:endParaRPr lang="ja-JP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正方形/長方形 27"/>
          <p:cNvSpPr/>
          <p:nvPr/>
        </p:nvSpPr>
        <p:spPr>
          <a:xfrm>
            <a:off x="4888384" y="2473262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Poll (ID)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正方形/長方形 28"/>
          <p:cNvSpPr/>
          <p:nvPr/>
        </p:nvSpPr>
        <p:spPr>
          <a:xfrm>
            <a:off x="4859529" y="3436203"/>
            <a:ext cx="1069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正方形/長方形 29"/>
          <p:cNvSpPr/>
          <p:nvPr/>
        </p:nvSpPr>
        <p:spPr>
          <a:xfrm>
            <a:off x="4194636" y="4399144"/>
            <a:ext cx="2399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 (ID,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RR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751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2936928" y="1603637"/>
            <a:ext cx="1215269" cy="646331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Anchor</a:t>
            </a:r>
          </a:p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6510800" y="1602802"/>
            <a:ext cx="1224000" cy="648000"/>
          </a:xfrm>
          <a:prstGeom prst="rect">
            <a:avLst/>
          </a:prstGeom>
          <a:ln w="19050"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線コネクタ 4"/>
          <p:cNvCxnSpPr/>
          <p:nvPr/>
        </p:nvCxnSpPr>
        <p:spPr>
          <a:xfrm>
            <a:off x="3564384" y="2237256"/>
            <a:ext cx="0" cy="3600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/>
          <p:cNvCxnSpPr/>
          <p:nvPr/>
        </p:nvCxnSpPr>
        <p:spPr>
          <a:xfrm flipH="1">
            <a:off x="7134671" y="2237256"/>
            <a:ext cx="1" cy="3600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/>
          <p:nvPr/>
        </p:nvCxnSpPr>
        <p:spPr>
          <a:xfrm>
            <a:off x="3549527" y="2759242"/>
            <a:ext cx="360000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flipH="1">
            <a:off x="3534671" y="3772713"/>
            <a:ext cx="360000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>
            <a:off x="3549527" y="4768476"/>
            <a:ext cx="360000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/>
          <p:cNvSpPr txBox="1"/>
          <p:nvPr/>
        </p:nvSpPr>
        <p:spPr>
          <a:xfrm>
            <a:off x="2928523" y="2493851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endParaRPr kumimoji="1" lang="ja-JP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7257424" y="2807368"/>
            <a:ext cx="502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RP</a:t>
            </a:r>
            <a:endParaRPr lang="ja-JP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正方形/長方形 23"/>
          <p:cNvSpPr/>
          <p:nvPr/>
        </p:nvSpPr>
        <p:spPr>
          <a:xfrm>
            <a:off x="7266240" y="3550268"/>
            <a:ext cx="484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SR</a:t>
            </a:r>
            <a:endParaRPr lang="ja-JP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正方形/長方形 24"/>
          <p:cNvSpPr/>
          <p:nvPr/>
        </p:nvSpPr>
        <p:spPr>
          <a:xfrm>
            <a:off x="2925317" y="3782857"/>
            <a:ext cx="502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RR</a:t>
            </a:r>
            <a:endParaRPr lang="ja-JP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正方形/長方形 25"/>
          <p:cNvSpPr/>
          <p:nvPr/>
        </p:nvSpPr>
        <p:spPr>
          <a:xfrm>
            <a:off x="2934133" y="4479970"/>
            <a:ext cx="484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ja-JP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正方形/長方形 26"/>
          <p:cNvSpPr/>
          <p:nvPr/>
        </p:nvSpPr>
        <p:spPr>
          <a:xfrm>
            <a:off x="7257424" y="4895197"/>
            <a:ext cx="502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RF</a:t>
            </a:r>
            <a:endParaRPr lang="ja-JP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正方形/長方形 27"/>
          <p:cNvSpPr/>
          <p:nvPr/>
        </p:nvSpPr>
        <p:spPr>
          <a:xfrm>
            <a:off x="4888384" y="2473262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Poll (ID)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正方形/長方形 28"/>
          <p:cNvSpPr/>
          <p:nvPr/>
        </p:nvSpPr>
        <p:spPr>
          <a:xfrm>
            <a:off x="4859529" y="3436203"/>
            <a:ext cx="1069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正方形/長方形 29"/>
          <p:cNvSpPr/>
          <p:nvPr/>
        </p:nvSpPr>
        <p:spPr>
          <a:xfrm>
            <a:off x="4194636" y="4399144"/>
            <a:ext cx="2399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 (ID,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RR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363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10232</TotalTime>
  <Words>62</Words>
  <Application>Microsoft Office PowerPoint</Application>
  <PresentationFormat>ワイド画面</PresentationFormat>
  <Paragraphs>37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ＭＳ Ｐゴシック</vt:lpstr>
      <vt:lpstr>Arial</vt:lpstr>
      <vt:lpstr>Calibri</vt:lpstr>
      <vt:lpstr>Calibri Light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翔太</dc:creator>
  <cp:lastModifiedBy>中村 翔太</cp:lastModifiedBy>
  <cp:revision>7</cp:revision>
  <dcterms:created xsi:type="dcterms:W3CDTF">2019-05-08T04:56:42Z</dcterms:created>
  <dcterms:modified xsi:type="dcterms:W3CDTF">2019-12-27T03:06:40Z</dcterms:modified>
</cp:coreProperties>
</file>