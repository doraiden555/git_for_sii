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28211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69194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0609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764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21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9565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89633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3693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0699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29609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1837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91B90-8A79-412C-89FE-F2A94E6B2FAF}" type="datetimeFigureOut">
              <a:rPr kumimoji="1" lang="ja-JP" altLang="en-US" smtClean="0"/>
              <a:t>2019/12/15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2ED5E-BF21-43EA-9ED1-DA2F79AEF6DB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7401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996" y="4727559"/>
            <a:ext cx="1787456" cy="1150723"/>
          </a:xfrm>
          <a:prstGeom prst="rect">
            <a:avLst/>
          </a:prstGeom>
          <a:ln w="12700">
            <a:noFill/>
          </a:ln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757" y="2602763"/>
            <a:ext cx="1496541" cy="149654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5112" y="244210"/>
            <a:ext cx="1716045" cy="1716045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8" name="図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901" y="175695"/>
            <a:ext cx="1853074" cy="1853074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9" name="図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3651" y="2370126"/>
            <a:ext cx="1931773" cy="1931773"/>
          </a:xfrm>
          <a:prstGeom prst="rect">
            <a:avLst/>
          </a:prstGeom>
          <a:ln w="12700">
            <a:noFill/>
          </a:ln>
        </p:spPr>
      </p:pic>
      <p:pic>
        <p:nvPicPr>
          <p:cNvPr id="10" name="図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027" y="4409227"/>
            <a:ext cx="1430830" cy="1430830"/>
          </a:xfrm>
          <a:prstGeom prst="rect">
            <a:avLst/>
          </a:prstGeom>
          <a:ln w="12700">
            <a:noFill/>
          </a:ln>
        </p:spPr>
      </p:pic>
      <p:cxnSp>
        <p:nvCxnSpPr>
          <p:cNvPr id="12" name="直線コネクタ 11"/>
          <p:cNvCxnSpPr>
            <a:stCxn id="47" idx="3"/>
            <a:endCxn id="10" idx="1"/>
          </p:cNvCxnSpPr>
          <p:nvPr/>
        </p:nvCxnSpPr>
        <p:spPr>
          <a:xfrm flipV="1">
            <a:off x="6501413" y="5124642"/>
            <a:ext cx="93861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/>
          <p:cNvCxnSpPr>
            <a:stCxn id="5" idx="3"/>
            <a:endCxn id="40" idx="1"/>
          </p:cNvCxnSpPr>
          <p:nvPr/>
        </p:nvCxnSpPr>
        <p:spPr>
          <a:xfrm>
            <a:off x="3640298" y="3351034"/>
            <a:ext cx="866951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/>
          <p:cNvCxnSpPr>
            <a:stCxn id="6" idx="3"/>
            <a:endCxn id="8" idx="1"/>
          </p:cNvCxnSpPr>
          <p:nvPr/>
        </p:nvCxnSpPr>
        <p:spPr>
          <a:xfrm flipV="1">
            <a:off x="6331157" y="1102232"/>
            <a:ext cx="793744" cy="1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線コネクタ 18"/>
          <p:cNvCxnSpPr>
            <a:stCxn id="6" idx="2"/>
            <a:endCxn id="40" idx="0"/>
          </p:cNvCxnSpPr>
          <p:nvPr/>
        </p:nvCxnSpPr>
        <p:spPr>
          <a:xfrm>
            <a:off x="5473135" y="1960255"/>
            <a:ext cx="0" cy="42489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直線コネクタ 20"/>
          <p:cNvCxnSpPr>
            <a:endCxn id="4" idx="0"/>
          </p:cNvCxnSpPr>
          <p:nvPr/>
        </p:nvCxnSpPr>
        <p:spPr>
          <a:xfrm>
            <a:off x="5538488" y="4451945"/>
            <a:ext cx="0" cy="275614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テキスト ボックス 24"/>
          <p:cNvSpPr txBox="1"/>
          <p:nvPr/>
        </p:nvSpPr>
        <p:spPr>
          <a:xfrm>
            <a:off x="6653966" y="510614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USB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3809812" y="2981701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5512444" y="1988035"/>
            <a:ext cx="79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6468983" y="1102232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7433319" y="1673031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DWM1000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553651" y="1583434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 Mini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テキスト ボックス 32"/>
          <p:cNvSpPr txBox="1"/>
          <p:nvPr/>
        </p:nvSpPr>
        <p:spPr>
          <a:xfrm>
            <a:off x="2313429" y="3784496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VL53L0X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テキスト ボックス 33"/>
          <p:cNvSpPr txBox="1"/>
          <p:nvPr/>
        </p:nvSpPr>
        <p:spPr>
          <a:xfrm>
            <a:off x="5059724" y="4082613"/>
            <a:ext cx="1014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4885868" y="5851791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7682073" y="584005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正方形/長方形 39"/>
          <p:cNvSpPr/>
          <p:nvPr/>
        </p:nvSpPr>
        <p:spPr>
          <a:xfrm>
            <a:off x="4507249" y="2385148"/>
            <a:ext cx="2041832" cy="207509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正方形/長方形 46"/>
          <p:cNvSpPr/>
          <p:nvPr/>
        </p:nvSpPr>
        <p:spPr>
          <a:xfrm>
            <a:off x="4647542" y="4719259"/>
            <a:ext cx="1853871" cy="15016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1" name="正方形/長方形 50"/>
          <p:cNvSpPr/>
          <p:nvPr/>
        </p:nvSpPr>
        <p:spPr>
          <a:xfrm>
            <a:off x="7450240" y="4409227"/>
            <a:ext cx="1420618" cy="180016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7169457" y="1994517"/>
            <a:ext cx="19351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antenna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027163" y="1923103"/>
            <a:ext cx="2198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 controller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843080" y="4051617"/>
            <a:ext cx="21242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7169457" y="6139870"/>
            <a:ext cx="2195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Fright controller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4553651" y="6139870"/>
            <a:ext cx="2071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computer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507685" y="3929414"/>
            <a:ext cx="1836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 board</a:t>
            </a:r>
            <a:endParaRPr kumimoji="1"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767900" y="1357031"/>
            <a:ext cx="158889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estimate 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4741" y="2499695"/>
                <a:ext cx="3835216" cy="686342"/>
              </a:xfrm>
              <a:prstGeom prst="rect">
                <a:avLst/>
              </a:prstGeom>
              <a:blipFill rotWithShape="0">
                <a:blip r:embed="rId2"/>
                <a:stretch>
                  <a:fillRect l="-792" t="-3478" r="-475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  <a:endCxn id="3" idx="0"/>
          </p:cNvCxnSpPr>
          <p:nvPr/>
        </p:nvCxnSpPr>
        <p:spPr>
          <a:xfrm>
            <a:off x="5562349" y="1726363"/>
            <a:ext cx="0" cy="77333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6461" y="1686178"/>
                <a:ext cx="3447419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1062" t="-5660" r="-70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657157" y="2658200"/>
            <a:ext cx="1674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矢印コネクタ 8"/>
          <p:cNvCxnSpPr>
            <a:stCxn id="7" idx="3"/>
            <a:endCxn id="3" idx="1"/>
          </p:cNvCxnSpPr>
          <p:nvPr/>
        </p:nvCxnSpPr>
        <p:spPr>
          <a:xfrm>
            <a:off x="2332039" y="2842866"/>
            <a:ext cx="131270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2315291" y="2816705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652016" y="2434211"/>
            <a:ext cx="101412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 flipV="1">
            <a:off x="7479958" y="2605441"/>
            <a:ext cx="217205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 and </a:t>
                </a:r>
              </a:p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velocity: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2245" y="2634610"/>
                <a:ext cx="2203167" cy="945259"/>
              </a:xfrm>
              <a:prstGeom prst="rect">
                <a:avLst/>
              </a:prstGeom>
              <a:blipFill rotWithShape="0">
                <a:blip r:embed="rId4"/>
                <a:stretch>
                  <a:fillRect t="-3226" b="-12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177205"/>
            <a:ext cx="228780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alculate desired angle</a:t>
            </a:r>
          </a:p>
        </p:txBody>
      </p:sp>
      <p:cxnSp>
        <p:nvCxnSpPr>
          <p:cNvPr id="36" name="直線矢印コネクタ 35"/>
          <p:cNvCxnSpPr>
            <a:stCxn id="3" idx="2"/>
            <a:endCxn id="76" idx="0"/>
          </p:cNvCxnSpPr>
          <p:nvPr/>
        </p:nvCxnSpPr>
        <p:spPr>
          <a:xfrm>
            <a:off x="5562349" y="3186037"/>
            <a:ext cx="0" cy="4150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31894" y="385530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3335" y="3670643"/>
                <a:ext cx="224574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68" t="-8197" b="-2459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>
            <a:stCxn id="31" idx="2"/>
            <a:endCxn id="66" idx="0"/>
          </p:cNvCxnSpPr>
          <p:nvPr/>
        </p:nvCxnSpPr>
        <p:spPr>
          <a:xfrm>
            <a:off x="5575167" y="4546537"/>
            <a:ext cx="0" cy="4532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80076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4557038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>
            <a:stCxn id="66" idx="2"/>
            <a:endCxn id="45" idx="0"/>
          </p:cNvCxnSpPr>
          <p:nvPr/>
        </p:nvCxnSpPr>
        <p:spPr>
          <a:xfrm>
            <a:off x="5575167" y="5369105"/>
            <a:ext cx="1850" cy="8742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13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>
            <a:stCxn id="76" idx="2"/>
            <a:endCxn id="31" idx="0"/>
          </p:cNvCxnSpPr>
          <p:nvPr/>
        </p:nvCxnSpPr>
        <p:spPr>
          <a:xfrm>
            <a:off x="5575167" y="3970415"/>
            <a:ext cx="0" cy="20679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418703" y="2356243"/>
            <a:ext cx="4313063" cy="312973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3114147" y="1944286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029467" y="576436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9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5474564" y="1461561"/>
            <a:ext cx="1588897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/>
              <p:cNvSpPr txBox="1"/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osition, velocity and 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 estimation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</m:acc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en-US" altLang="ja-JP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8117" y="2524101"/>
                <a:ext cx="4061254" cy="686342"/>
              </a:xfrm>
              <a:prstGeom prst="rect">
                <a:avLst/>
              </a:prstGeom>
              <a:blipFill rotWithShape="0">
                <a:blip r:embed="rId2"/>
                <a:stretch>
                  <a:fillRect t="-3478" r="-897" b="-347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矢印コネクタ 4"/>
          <p:cNvCxnSpPr>
            <a:stCxn id="2" idx="2"/>
          </p:cNvCxnSpPr>
          <p:nvPr/>
        </p:nvCxnSpPr>
        <p:spPr>
          <a:xfrm flipH="1">
            <a:off x="6269012" y="1821561"/>
            <a:ext cx="1" cy="6781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/>
              <p:cNvSpPr txBox="1"/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Distances between Anchors and Tag: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9279" y="1808010"/>
                <a:ext cx="3588483" cy="646331"/>
              </a:xfrm>
              <a:prstGeom prst="rect">
                <a:avLst/>
              </a:prstGeom>
              <a:blipFill rotWithShape="0">
                <a:blip r:embed="rId3"/>
                <a:stretch>
                  <a:fillRect l="-850" t="-5660" r="-8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/>
          <p:cNvSpPr txBox="1"/>
          <p:nvPr/>
        </p:nvSpPr>
        <p:spPr>
          <a:xfrm>
            <a:off x="3724530" y="1461561"/>
            <a:ext cx="1674882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447563" y="1914246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ltitude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1" lang="en-US" altLang="ja-JP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kumimoji="1" lang="ja-JP" altLang="en-US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9413913" y="2537223"/>
            <a:ext cx="1014124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線矢印コネクタ 27"/>
          <p:cNvCxnSpPr>
            <a:stCxn id="26" idx="1"/>
          </p:cNvCxnSpPr>
          <p:nvPr/>
        </p:nvCxnSpPr>
        <p:spPr>
          <a:xfrm flipH="1">
            <a:off x="7569371" y="2717223"/>
            <a:ext cx="184454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/>
              <p:cNvSpPr txBox="1"/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cceleration: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ja-JP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ngular velocity: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ja-JP" alt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9" name="テキスト ボックス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525" y="2865349"/>
                <a:ext cx="2790572" cy="690189"/>
              </a:xfrm>
              <a:prstGeom prst="rect">
                <a:avLst/>
              </a:prstGeom>
              <a:blipFill rotWithShape="0">
                <a:blip r:embed="rId4"/>
                <a:stretch>
                  <a:fillRect l="-873" t="-4425" b="-97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/>
          <p:cNvSpPr txBox="1"/>
          <p:nvPr/>
        </p:nvSpPr>
        <p:spPr>
          <a:xfrm>
            <a:off x="4431264" y="4300428"/>
            <a:ext cx="254428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Desired angle </a:t>
            </a:r>
            <a:r>
              <a:rPr kumimoji="1"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calcuration</a:t>
            </a:r>
            <a:endParaRPr kumimoji="1" lang="en-US" altLang="ja-JP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線矢印コネクタ 35"/>
          <p:cNvCxnSpPr/>
          <p:nvPr/>
        </p:nvCxnSpPr>
        <p:spPr>
          <a:xfrm>
            <a:off x="5572887" y="3219695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/>
          <p:cNvCxnSpPr/>
          <p:nvPr/>
        </p:nvCxnSpPr>
        <p:spPr>
          <a:xfrm flipH="1">
            <a:off x="6769904" y="3785749"/>
            <a:ext cx="116819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position: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1345" y="3601083"/>
                <a:ext cx="2293513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122" t="-1000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テキスト ボックス 44"/>
          <p:cNvSpPr txBox="1"/>
          <p:nvPr/>
        </p:nvSpPr>
        <p:spPr>
          <a:xfrm>
            <a:off x="4596620" y="6243311"/>
            <a:ext cx="1960793" cy="3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矢印コネクタ 46"/>
          <p:cNvCxnSpPr/>
          <p:nvPr/>
        </p:nvCxnSpPr>
        <p:spPr>
          <a:xfrm>
            <a:off x="5571962" y="4660428"/>
            <a:ext cx="0" cy="36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ver ride servo input(1000~2000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ja-JP" altLang="en-US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kumimoji="1" lang="en-US" altLang="ja-JP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sec</m:t>
                    </m:r>
                  </m:oMath>
                </a14:m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Ch1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Ch2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Ch3</a:t>
                </a:r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ja-JP" dirty="0" smtClean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Ch4</a:t>
                </a:r>
                <a:endParaRPr kumimoji="1" lang="ja-JP" alt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9" y="5476863"/>
                <a:ext cx="3865161" cy="646331"/>
              </a:xfrm>
              <a:prstGeom prst="rect">
                <a:avLst/>
              </a:prstGeom>
              <a:blipFill rotWithShape="0">
                <a:blip r:embed="rId6"/>
                <a:stretch>
                  <a:fillRect l="-1420" t="-4717" r="-158" b="-141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テキスト ボックス 65"/>
          <p:cNvSpPr txBox="1"/>
          <p:nvPr/>
        </p:nvSpPr>
        <p:spPr>
          <a:xfrm>
            <a:off x="4174783" y="4999773"/>
            <a:ext cx="29418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hange angles to servo signal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テキスト ボックス 66"/>
              <p:cNvSpPr txBox="1"/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ja-JP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ja-JP" alt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ja-JP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7" name="テキスト ボックス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212" y="4645435"/>
                <a:ext cx="1218219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/>
          <p:cNvCxnSpPr/>
          <p:nvPr/>
        </p:nvCxnSpPr>
        <p:spPr>
          <a:xfrm>
            <a:off x="5571962" y="5359773"/>
            <a:ext cx="1850" cy="900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テキスト ボックス 75"/>
          <p:cNvSpPr txBox="1"/>
          <p:nvPr/>
        </p:nvSpPr>
        <p:spPr>
          <a:xfrm>
            <a:off x="4418440" y="3601083"/>
            <a:ext cx="232627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PID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" name="直線矢印コネクタ 80"/>
          <p:cNvCxnSpPr/>
          <p:nvPr/>
        </p:nvCxnSpPr>
        <p:spPr>
          <a:xfrm>
            <a:off x="5572887" y="3961083"/>
            <a:ext cx="0" cy="3393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角丸四角形 103"/>
          <p:cNvSpPr/>
          <p:nvPr/>
        </p:nvSpPr>
        <p:spPr>
          <a:xfrm>
            <a:off x="3319849" y="2304581"/>
            <a:ext cx="4473146" cy="3181397"/>
          </a:xfrm>
          <a:prstGeom prst="round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角丸四角形 108"/>
          <p:cNvSpPr/>
          <p:nvPr/>
        </p:nvSpPr>
        <p:spPr>
          <a:xfrm>
            <a:off x="4497859" y="6144197"/>
            <a:ext cx="2158314" cy="555804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6" name="テキスト ボックス 115"/>
          <p:cNvSpPr txBox="1"/>
          <p:nvPr/>
        </p:nvSpPr>
        <p:spPr>
          <a:xfrm>
            <a:off x="7701585" y="4985044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solidFill>
                <a:schemeClr val="accent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テキスト ボックス 116"/>
          <p:cNvSpPr txBox="1"/>
          <p:nvPr/>
        </p:nvSpPr>
        <p:spPr>
          <a:xfrm>
            <a:off x="4307278" y="572530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7" idx="2"/>
          </p:cNvCxnSpPr>
          <p:nvPr/>
        </p:nvCxnSpPr>
        <p:spPr>
          <a:xfrm>
            <a:off x="4561971" y="1821561"/>
            <a:ext cx="0" cy="6781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39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810" y="0"/>
            <a:ext cx="9204898" cy="6858000"/>
          </a:xfrm>
          <a:prstGeom prst="rect">
            <a:avLst/>
          </a:prstGeom>
        </p:spPr>
      </p:pic>
      <p:sp>
        <p:nvSpPr>
          <p:cNvPr id="3" name="テキスト ボックス 2"/>
          <p:cNvSpPr txBox="1"/>
          <p:nvPr/>
        </p:nvSpPr>
        <p:spPr>
          <a:xfrm>
            <a:off x="1710677" y="4981407"/>
            <a:ext cx="3581894" cy="181588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650g,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2633KV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Propeller(Inch): 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5(diameter) ×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3(pitch)</a:t>
            </a:r>
            <a:endParaRPr kumimoji="1" lang="en-US" altLang="ja-JP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LiPo (3Cell 1800mAh)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7317218" y="131323"/>
            <a:ext cx="21868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 module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矢印コネクタ 5"/>
          <p:cNvCxnSpPr>
            <a:stCxn id="4" idx="1"/>
          </p:cNvCxnSpPr>
          <p:nvPr/>
        </p:nvCxnSpPr>
        <p:spPr>
          <a:xfrm flipH="1">
            <a:off x="6293796" y="392933"/>
            <a:ext cx="1023422" cy="59402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1638585" y="625672"/>
            <a:ext cx="2444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sensor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矢印コネクタ 10"/>
          <p:cNvCxnSpPr>
            <a:stCxn id="9" idx="3"/>
          </p:cNvCxnSpPr>
          <p:nvPr/>
        </p:nvCxnSpPr>
        <p:spPr>
          <a:xfrm>
            <a:off x="4083485" y="887282"/>
            <a:ext cx="624702" cy="8928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8473706" y="756124"/>
            <a:ext cx="883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IMU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直線矢印コネクタ 13"/>
          <p:cNvCxnSpPr>
            <a:stCxn id="12" idx="1"/>
          </p:cNvCxnSpPr>
          <p:nvPr/>
        </p:nvCxnSpPr>
        <p:spPr>
          <a:xfrm flipH="1">
            <a:off x="7159558" y="1017734"/>
            <a:ext cx="1314148" cy="762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線矢印コネクタ 19"/>
          <p:cNvCxnSpPr/>
          <p:nvPr/>
        </p:nvCxnSpPr>
        <p:spPr>
          <a:xfrm>
            <a:off x="3005847" y="3554543"/>
            <a:ext cx="3385225" cy="185403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/>
          <p:cNvCxnSpPr/>
          <p:nvPr/>
        </p:nvCxnSpPr>
        <p:spPr>
          <a:xfrm flipH="1">
            <a:off x="2140085" y="3206692"/>
            <a:ext cx="1126800" cy="119021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 flipH="1">
            <a:off x="5535437" y="5116749"/>
            <a:ext cx="1069644" cy="13013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/>
          <p:cNvSpPr txBox="1"/>
          <p:nvPr/>
        </p:nvSpPr>
        <p:spPr>
          <a:xfrm>
            <a:off x="3638145" y="4396902"/>
            <a:ext cx="1281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165mm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080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4638" y="1120346"/>
            <a:ext cx="4836457" cy="3628767"/>
          </a:xfrm>
          <a:prstGeom prst="rect">
            <a:avLst/>
          </a:prstGeom>
        </p:spPr>
      </p:pic>
      <p:sp>
        <p:nvSpPr>
          <p:cNvPr id="6" name="円/楕円 5"/>
          <p:cNvSpPr/>
          <p:nvPr/>
        </p:nvSpPr>
        <p:spPr>
          <a:xfrm>
            <a:off x="5997147" y="2012093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/>
        </p:nvSpPr>
        <p:spPr>
          <a:xfrm>
            <a:off x="6161904" y="3562866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/>
        </p:nvSpPr>
        <p:spPr>
          <a:xfrm>
            <a:off x="7397580" y="2932666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4911794" y="3035642"/>
            <a:ext cx="329513" cy="32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7" name="グループ化 16"/>
          <p:cNvGrpSpPr/>
          <p:nvPr/>
        </p:nvGrpSpPr>
        <p:grpSpPr>
          <a:xfrm>
            <a:off x="6364539" y="1120346"/>
            <a:ext cx="2066082" cy="734182"/>
            <a:chOff x="6491417" y="1225438"/>
            <a:chExt cx="2066082" cy="734182"/>
          </a:xfrm>
        </p:grpSpPr>
        <p:grpSp>
          <p:nvGrpSpPr>
            <p:cNvPr id="14" name="グループ化 13"/>
            <p:cNvGrpSpPr/>
            <p:nvPr/>
          </p:nvGrpSpPr>
          <p:grpSpPr>
            <a:xfrm>
              <a:off x="6491417" y="1225438"/>
              <a:ext cx="1910591" cy="400110"/>
              <a:chOff x="1581037" y="1120346"/>
              <a:chExt cx="2399410" cy="515621"/>
            </a:xfrm>
          </p:grpSpPr>
          <p:sp>
            <p:nvSpPr>
              <p:cNvPr id="2" name="テキスト ボックス 1"/>
              <p:cNvSpPr txBox="1"/>
              <p:nvPr/>
            </p:nvSpPr>
            <p:spPr>
              <a:xfrm>
                <a:off x="1910550" y="1120346"/>
                <a:ext cx="2069897" cy="5156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Fixed station</a:t>
                </a:r>
                <a:endParaRPr kumimoji="1" lang="ja-JP" alt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円/楕円 9"/>
              <p:cNvSpPr/>
              <p:nvPr/>
            </p:nvSpPr>
            <p:spPr>
              <a:xfrm>
                <a:off x="1581037" y="1229958"/>
                <a:ext cx="329513" cy="329513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テキスト ボックス 10"/>
            <p:cNvSpPr txBox="1"/>
            <p:nvPr/>
          </p:nvSpPr>
          <p:spPr>
            <a:xfrm>
              <a:off x="6753800" y="1559510"/>
              <a:ext cx="18036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Mobile station</a:t>
              </a:r>
              <a:endParaRPr kumimoji="1" lang="ja-JP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円/楕円 11"/>
            <p:cNvSpPr/>
            <p:nvPr/>
          </p:nvSpPr>
          <p:spPr>
            <a:xfrm>
              <a:off x="6491417" y="1644566"/>
              <a:ext cx="262383" cy="255694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" name="グループ化 3"/>
          <p:cNvGrpSpPr/>
          <p:nvPr/>
        </p:nvGrpSpPr>
        <p:grpSpPr>
          <a:xfrm>
            <a:off x="2342363" y="4932174"/>
            <a:ext cx="1661997" cy="419331"/>
            <a:chOff x="4606992" y="5527588"/>
            <a:chExt cx="1661997" cy="419331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06992" y="5643424"/>
              <a:ext cx="1661997" cy="303495"/>
            </a:xfrm>
            <a:prstGeom prst="rect">
              <a:avLst/>
            </a:prstGeom>
          </p:spPr>
        </p:pic>
        <p:sp>
          <p:nvSpPr>
            <p:cNvPr id="13" name="円/楕円 12"/>
            <p:cNvSpPr/>
            <p:nvPr/>
          </p:nvSpPr>
          <p:spPr>
            <a:xfrm>
              <a:off x="5303737" y="5527588"/>
              <a:ext cx="268505" cy="267583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9" name="直線コネクタ 18"/>
          <p:cNvCxnSpPr/>
          <p:nvPr/>
        </p:nvCxnSpPr>
        <p:spPr>
          <a:xfrm>
            <a:off x="4094205" y="5140411"/>
            <a:ext cx="518984" cy="1812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4590518" y="5166839"/>
            <a:ext cx="1239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Quad-rotor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85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4753232" y="2998572"/>
            <a:ext cx="2092411" cy="94735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コネクタ 3"/>
          <p:cNvCxnSpPr/>
          <p:nvPr/>
        </p:nvCxnSpPr>
        <p:spPr>
          <a:xfrm flipH="1">
            <a:off x="3006811" y="3204519"/>
            <a:ext cx="17299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コネクタ 4"/>
          <p:cNvCxnSpPr/>
          <p:nvPr/>
        </p:nvCxnSpPr>
        <p:spPr>
          <a:xfrm flipH="1">
            <a:off x="6845643" y="3204519"/>
            <a:ext cx="172994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正方形/長方形 5"/>
          <p:cNvSpPr/>
          <p:nvPr/>
        </p:nvSpPr>
        <p:spPr>
          <a:xfrm>
            <a:off x="2388973" y="2767914"/>
            <a:ext cx="617838" cy="82378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/>
        </p:nvSpPr>
        <p:spPr>
          <a:xfrm>
            <a:off x="8575589" y="2767914"/>
            <a:ext cx="617838" cy="82378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/>
        </p:nvSpPr>
        <p:spPr>
          <a:xfrm>
            <a:off x="889687" y="2325130"/>
            <a:ext cx="3616410" cy="38717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/>
        </p:nvSpPr>
        <p:spPr>
          <a:xfrm>
            <a:off x="7076303" y="2325130"/>
            <a:ext cx="3616410" cy="387178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2590800" y="2164491"/>
            <a:ext cx="214183" cy="3212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/>
        </p:nvSpPr>
        <p:spPr>
          <a:xfrm>
            <a:off x="8777416" y="2164492"/>
            <a:ext cx="214183" cy="32127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279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線矢印コネクタ 2"/>
          <p:cNvCxnSpPr/>
          <p:nvPr/>
        </p:nvCxnSpPr>
        <p:spPr>
          <a:xfrm flipV="1">
            <a:off x="3179805" y="2034746"/>
            <a:ext cx="0" cy="32374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線矢印コネクタ 4"/>
          <p:cNvCxnSpPr/>
          <p:nvPr/>
        </p:nvCxnSpPr>
        <p:spPr>
          <a:xfrm>
            <a:off x="3179805" y="5272216"/>
            <a:ext cx="486032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3648846" y="2899718"/>
            <a:ext cx="329513" cy="2372498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/>
        </p:nvSpPr>
        <p:spPr>
          <a:xfrm>
            <a:off x="4611130" y="2899718"/>
            <a:ext cx="329513" cy="2372498"/>
          </a:xfrm>
          <a:prstGeom prst="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/>
        </p:nvSpPr>
        <p:spPr>
          <a:xfrm>
            <a:off x="5338118" y="4802659"/>
            <a:ext cx="1919416" cy="4695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3567333" y="5272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1.6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4529617" y="5272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2.4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894863" y="527221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5.0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5131494" y="5272216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3.1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6996686" y="5272216"/>
            <a:ext cx="588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10.6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3500034" y="2513910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GPS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228300" y="2513910"/>
            <a:ext cx="109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5769636" y="2513910"/>
            <a:ext cx="726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Wi-Fi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6504450" y="4466279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UWB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5968313" y="2899718"/>
            <a:ext cx="329513" cy="2372498"/>
          </a:xfrm>
          <a:prstGeom prst="rect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582988" y="5625072"/>
            <a:ext cx="24562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[GHz]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テキスト ボックス 24"/>
          <p:cNvSpPr txBox="1"/>
          <p:nvPr/>
        </p:nvSpPr>
        <p:spPr>
          <a:xfrm rot="16200000">
            <a:off x="1537554" y="3587619"/>
            <a:ext cx="2502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spectral density</a:t>
            </a:r>
            <a:endParaRPr kumimoji="1" lang="ja-JP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65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5"/>
          <a:stretch/>
        </p:blipFill>
        <p:spPr>
          <a:xfrm>
            <a:off x="1911996" y="4840494"/>
            <a:ext cx="1359469" cy="1090199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4" r="6401" b="3805"/>
          <a:stretch/>
        </p:blipFill>
        <p:spPr>
          <a:xfrm>
            <a:off x="5390875" y="4840494"/>
            <a:ext cx="1725828" cy="1391230"/>
          </a:xfrm>
          <a:prstGeom prst="rect">
            <a:avLst/>
          </a:prstGeom>
        </p:spPr>
      </p:pic>
      <p:sp>
        <p:nvSpPr>
          <p:cNvPr id="12" name="円/楕円 11"/>
          <p:cNvSpPr/>
          <p:nvPr/>
        </p:nvSpPr>
        <p:spPr>
          <a:xfrm>
            <a:off x="2790609" y="1051813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/>
        </p:nvSpPr>
        <p:spPr>
          <a:xfrm>
            <a:off x="6476647" y="3421358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2943241" y="3646370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/>
        </p:nvSpPr>
        <p:spPr>
          <a:xfrm>
            <a:off x="6476647" y="1138771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/>
        </p:nvSpPr>
        <p:spPr>
          <a:xfrm>
            <a:off x="4705864" y="2059459"/>
            <a:ext cx="354227" cy="35422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589792" y="3360086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Anchor1</a:t>
            </a: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389629" y="788765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Anchor2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6887820" y="842484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Anchor3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830874" y="3159259"/>
            <a:ext cx="14750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Anchor4</a:t>
            </a:r>
            <a:endParaRPr lang="en-US" altLang="ja-JP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altLang="ja-JP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ja-JP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ja-JP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/>
              <p:cNvSpPr txBox="1"/>
              <p:nvPr/>
            </p:nvSpPr>
            <p:spPr>
              <a:xfrm>
                <a:off x="4327495" y="1092400"/>
                <a:ext cx="127849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Tag</a:t>
                </a:r>
                <a:endParaRPr lang="en-US" altLang="ja-JP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ja-JP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altLang="ja-JP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endParaRPr lang="ja-JP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テキスト ボックス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495" y="1092400"/>
                <a:ext cx="127849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7619" t="-5839" r="-12381" b="-15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矢印コネクタ 25"/>
          <p:cNvCxnSpPr/>
          <p:nvPr/>
        </p:nvCxnSpPr>
        <p:spPr>
          <a:xfrm>
            <a:off x="3267103" y="1257982"/>
            <a:ext cx="1438761" cy="801477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/>
          <p:cNvCxnSpPr/>
          <p:nvPr/>
        </p:nvCxnSpPr>
        <p:spPr>
          <a:xfrm flipV="1">
            <a:off x="5060091" y="1388930"/>
            <a:ext cx="1345914" cy="652729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/>
          <p:cNvCxnSpPr/>
          <p:nvPr/>
        </p:nvCxnSpPr>
        <p:spPr>
          <a:xfrm>
            <a:off x="5060091" y="2413686"/>
            <a:ext cx="1345914" cy="1017011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 flipH="1">
            <a:off x="3297468" y="2402313"/>
            <a:ext cx="1349155" cy="1218719"/>
          </a:xfrm>
          <a:prstGeom prst="straightConnector1">
            <a:avLst/>
          </a:prstGeom>
          <a:ln w="190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/>
              <p:cNvSpPr txBox="1"/>
              <p:nvPr/>
            </p:nvSpPr>
            <p:spPr>
              <a:xfrm>
                <a:off x="5733048" y="2629774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8" name="テキスト ボックス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048" y="2629774"/>
                <a:ext cx="389466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18750" r="-6250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/>
              <p:cNvSpPr txBox="1"/>
              <p:nvPr/>
            </p:nvSpPr>
            <p:spPr>
              <a:xfrm>
                <a:off x="5624353" y="1211816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9" name="テキスト ボックス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4353" y="1211816"/>
                <a:ext cx="389466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8750" r="-6250" b="-15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/>
              <p:cNvSpPr txBox="1"/>
              <p:nvPr/>
            </p:nvSpPr>
            <p:spPr>
              <a:xfrm>
                <a:off x="3729526" y="1196879"/>
                <a:ext cx="38946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40" name="テキスト ボックス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9526" y="1196879"/>
                <a:ext cx="389466" cy="369332"/>
              </a:xfrm>
              <a:prstGeom prst="rect">
                <a:avLst/>
              </a:prstGeom>
              <a:blipFill rotWithShape="0">
                <a:blip r:embed="rId7"/>
                <a:stretch>
                  <a:fillRect l="-18750" r="-6250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テキスト ボックス 40"/>
              <p:cNvSpPr txBox="1"/>
              <p:nvPr/>
            </p:nvSpPr>
            <p:spPr>
              <a:xfrm>
                <a:off x="3643847" y="2660166"/>
                <a:ext cx="38234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41" name="テキスト ボックス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3847" y="2660166"/>
                <a:ext cx="382349" cy="369332"/>
              </a:xfrm>
              <a:prstGeom prst="rect">
                <a:avLst/>
              </a:prstGeom>
              <a:blipFill rotWithShape="0">
                <a:blip r:embed="rId8"/>
                <a:stretch>
                  <a:fillRect l="-19355" r="-8065"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691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041" y="251884"/>
            <a:ext cx="8315325" cy="312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152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3586564" y="1863147"/>
            <a:ext cx="1566967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angle </a:t>
            </a:r>
          </a:p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39277" y="3175715"/>
            <a:ext cx="231345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 p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osition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6113142" y="2001646"/>
            <a:ext cx="1918282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controller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091660" y="2001646"/>
            <a:ext cx="1239891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Quad-rotor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809159" y="2898716"/>
            <a:ext cx="2547044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and </a:t>
            </a:r>
          </a:p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attitude angle estimation</a:t>
            </a:r>
          </a:p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(Extended </a:t>
            </a:r>
            <a:r>
              <a:rPr lang="en-US" altLang="ja-JP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alman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Filter)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068580" y="3901026"/>
            <a:ext cx="1126783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円/楕円 8"/>
          <p:cNvSpPr/>
          <p:nvPr/>
        </p:nvSpPr>
        <p:spPr>
          <a:xfrm>
            <a:off x="5289521" y="3133840"/>
            <a:ext cx="453081" cy="45308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1" name="直線矢印コネクタ 10"/>
          <p:cNvCxnSpPr>
            <a:stCxn id="7" idx="1"/>
            <a:endCxn id="9" idx="6"/>
          </p:cNvCxnSpPr>
          <p:nvPr/>
        </p:nvCxnSpPr>
        <p:spPr>
          <a:xfrm flipH="1">
            <a:off x="5742602" y="3360381"/>
            <a:ext cx="10665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カギ線コネクタ 12"/>
          <p:cNvCxnSpPr>
            <a:stCxn id="8" idx="1"/>
            <a:endCxn id="9" idx="4"/>
          </p:cNvCxnSpPr>
          <p:nvPr/>
        </p:nvCxnSpPr>
        <p:spPr>
          <a:xfrm rot="10800000">
            <a:off x="5516062" y="3586922"/>
            <a:ext cx="552518" cy="49877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>
            <a:stCxn id="9" idx="2"/>
            <a:endCxn id="4" idx="3"/>
          </p:cNvCxnSpPr>
          <p:nvPr/>
        </p:nvCxnSpPr>
        <p:spPr>
          <a:xfrm flipH="1">
            <a:off x="4552731" y="3360381"/>
            <a:ext cx="73679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カギ線コネクタ 23"/>
          <p:cNvCxnSpPr>
            <a:stCxn id="4" idx="1"/>
            <a:endCxn id="2" idx="1"/>
          </p:cNvCxnSpPr>
          <p:nvPr/>
        </p:nvCxnSpPr>
        <p:spPr>
          <a:xfrm rot="10800000" flipH="1">
            <a:off x="2239276" y="2186313"/>
            <a:ext cx="1347287" cy="1174068"/>
          </a:xfrm>
          <a:prstGeom prst="bentConnector3">
            <a:avLst>
              <a:gd name="adj1" fmla="val -16967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カギ線コネクタ 26"/>
          <p:cNvCxnSpPr>
            <a:stCxn id="2" idx="3"/>
            <a:endCxn id="5" idx="1"/>
          </p:cNvCxnSpPr>
          <p:nvPr/>
        </p:nvCxnSpPr>
        <p:spPr>
          <a:xfrm flipV="1">
            <a:off x="5153531" y="2186312"/>
            <a:ext cx="959611" cy="1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カギ線コネクタ 29"/>
          <p:cNvCxnSpPr>
            <a:stCxn id="6" idx="2"/>
            <a:endCxn id="7" idx="3"/>
          </p:cNvCxnSpPr>
          <p:nvPr/>
        </p:nvCxnSpPr>
        <p:spPr>
          <a:xfrm rot="5400000">
            <a:off x="9039204" y="2687978"/>
            <a:ext cx="989403" cy="35540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>
            <a:stCxn id="5" idx="3"/>
            <a:endCxn id="6" idx="1"/>
          </p:cNvCxnSpPr>
          <p:nvPr/>
        </p:nvCxnSpPr>
        <p:spPr>
          <a:xfrm>
            <a:off x="8031424" y="2186312"/>
            <a:ext cx="106023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/>
              <p:cNvSpPr txBox="1"/>
              <p:nvPr/>
            </p:nvSpPr>
            <p:spPr>
              <a:xfrm>
                <a:off x="5831250" y="2739794"/>
                <a:ext cx="87844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5" name="テキスト ボックス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250" y="2739794"/>
                <a:ext cx="878446" cy="553998"/>
              </a:xfrm>
              <a:prstGeom prst="rect">
                <a:avLst/>
              </a:prstGeom>
              <a:blipFill rotWithShape="0">
                <a:blip r:embed="rId2"/>
                <a:stretch>
                  <a:fillRect l="-16667" t="-14286" r="-1527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/>
              <p:cNvSpPr txBox="1"/>
              <p:nvPr/>
            </p:nvSpPr>
            <p:spPr>
              <a:xfrm>
                <a:off x="4567313" y="3718876"/>
                <a:ext cx="82073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osition: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6" name="テキスト ボックス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313" y="3718876"/>
                <a:ext cx="820738" cy="553998"/>
              </a:xfrm>
              <a:prstGeom prst="rect">
                <a:avLst/>
              </a:prstGeom>
              <a:blipFill rotWithShape="0">
                <a:blip r:embed="rId3"/>
                <a:stretch>
                  <a:fillRect l="-16296" t="-14286" r="-17037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/>
              <p:cNvSpPr txBox="1"/>
              <p:nvPr/>
            </p:nvSpPr>
            <p:spPr>
              <a:xfrm>
                <a:off x="4595472" y="2739794"/>
                <a:ext cx="70250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Error: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8" name="テキスト ボックス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5472" y="2739794"/>
                <a:ext cx="702500" cy="553998"/>
              </a:xfrm>
              <a:prstGeom prst="rect">
                <a:avLst/>
              </a:prstGeom>
              <a:blipFill rotWithShape="0">
                <a:blip r:embed="rId4"/>
                <a:stretch>
                  <a:fillRect l="-17391" t="-14286" r="-46087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テキスト ボックス 48"/>
              <p:cNvSpPr txBox="1"/>
              <p:nvPr/>
            </p:nvSpPr>
            <p:spPr>
              <a:xfrm>
                <a:off x="5561489" y="3580377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テキスト ボックス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489" y="3580377"/>
                <a:ext cx="230832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18421" r="-21053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/>
              <p:cNvSpPr txBox="1"/>
              <p:nvPr/>
            </p:nvSpPr>
            <p:spPr>
              <a:xfrm>
                <a:off x="5837748" y="3356829"/>
                <a:ext cx="2308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テキスト ボックス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748" y="3356829"/>
                <a:ext cx="230832" cy="276999"/>
              </a:xfrm>
              <a:prstGeom prst="rect">
                <a:avLst/>
              </a:prstGeom>
              <a:blipFill rotWithShape="0">
                <a:blip r:embed="rId6"/>
                <a:stretch>
                  <a:fillRect l="-5263" r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テキスト ボックス 53"/>
          <p:cNvSpPr txBox="1"/>
          <p:nvPr/>
        </p:nvSpPr>
        <p:spPr>
          <a:xfrm>
            <a:off x="2053860" y="2572280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Input: </a:t>
            </a:r>
            <a:r>
              <a:rPr kumimoji="1"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kumimoji="1" lang="ja-JP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/>
              <p:cNvSpPr txBox="1"/>
              <p:nvPr/>
            </p:nvSpPr>
            <p:spPr>
              <a:xfrm>
                <a:off x="8082681" y="1587006"/>
                <a:ext cx="95244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Torque:</a:t>
                </a:r>
                <a:r>
                  <a:rPr lang="ja-JP" altLang="en-US" dirty="0" smtClean="0"/>
                  <a:t> </a:t>
                </a:r>
                <a:endParaRPr lang="en-US" altLang="ja-JP" dirty="0" smtClean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kumimoji="1" lang="en-US" altLang="ja-JP" dirty="0" smtClean="0"/>
              </a:p>
            </p:txBody>
          </p:sp>
        </mc:Choice>
        <mc:Fallback xmlns="">
          <p:sp>
            <p:nvSpPr>
              <p:cNvPr id="55" name="テキスト ボックス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681" y="1587006"/>
                <a:ext cx="952440" cy="646331"/>
              </a:xfrm>
              <a:prstGeom prst="rect">
                <a:avLst/>
              </a:prstGeom>
              <a:blipFill rotWithShape="0">
                <a:blip r:embed="rId7"/>
                <a:stretch>
                  <a:fillRect l="-5769" t="-56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テキスト ボックス 89"/>
              <p:cNvSpPr txBox="1"/>
              <p:nvPr/>
            </p:nvSpPr>
            <p:spPr>
              <a:xfrm>
                <a:off x="5222967" y="1633172"/>
                <a:ext cx="820738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en-US" altLang="ja-JP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Attitude: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l-GR" altLang="ja-JP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0" name="テキスト ボックス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967" y="1633172"/>
                <a:ext cx="820738" cy="553998"/>
              </a:xfrm>
              <a:prstGeom prst="rect">
                <a:avLst/>
              </a:prstGeom>
              <a:blipFill rotWithShape="0">
                <a:blip r:embed="rId8"/>
                <a:stretch>
                  <a:fillRect l="-17910" t="-14286" r="-17164" b="-769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6860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923" y="1194487"/>
            <a:ext cx="6728839" cy="5013242"/>
          </a:xfrm>
          <a:prstGeom prst="rect">
            <a:avLst/>
          </a:prstGeom>
        </p:spPr>
      </p:pic>
      <p:cxnSp>
        <p:nvCxnSpPr>
          <p:cNvPr id="4" name="直線矢印コネクタ 3"/>
          <p:cNvCxnSpPr/>
          <p:nvPr/>
        </p:nvCxnSpPr>
        <p:spPr>
          <a:xfrm flipH="1">
            <a:off x="4786184" y="2981412"/>
            <a:ext cx="766118" cy="10716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線矢印コネクタ 5"/>
          <p:cNvCxnSpPr/>
          <p:nvPr/>
        </p:nvCxnSpPr>
        <p:spPr>
          <a:xfrm flipH="1" flipV="1">
            <a:off x="4094205" y="1787611"/>
            <a:ext cx="1285104" cy="5931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線矢印コネクタ 6"/>
          <p:cNvCxnSpPr/>
          <p:nvPr/>
        </p:nvCxnSpPr>
        <p:spPr>
          <a:xfrm flipH="1" flipV="1">
            <a:off x="5861959" y="1017373"/>
            <a:ext cx="0" cy="8855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/>
              <p:cNvSpPr txBox="1"/>
              <p:nvPr/>
            </p:nvSpPr>
            <p:spPr>
              <a:xfrm>
                <a:off x="5587653" y="555708"/>
                <a:ext cx="54861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9" name="テキスト ボックス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53" y="555708"/>
                <a:ext cx="548612" cy="461665"/>
              </a:xfrm>
              <a:prstGeom prst="rect">
                <a:avLst/>
              </a:prstGeom>
              <a:blipFill rotWithShape="0">
                <a:blip r:embed="rId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/>
              <p:cNvSpPr txBox="1"/>
              <p:nvPr/>
            </p:nvSpPr>
            <p:spPr>
              <a:xfrm>
                <a:off x="4375029" y="3875044"/>
                <a:ext cx="5692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0" name="テキスト ボックス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029" y="3875044"/>
                <a:ext cx="569258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/>
              <p:cNvSpPr txBox="1"/>
              <p:nvPr/>
            </p:nvSpPr>
            <p:spPr>
              <a:xfrm>
                <a:off x="3600821" y="1414677"/>
                <a:ext cx="56752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821" y="1414677"/>
                <a:ext cx="567527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/>
          <p:cNvSpPr txBox="1"/>
          <p:nvPr/>
        </p:nvSpPr>
        <p:spPr>
          <a:xfrm>
            <a:off x="1447066" y="4692185"/>
            <a:ext cx="3581894" cy="181588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650g,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2633KV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Propeller(Inch): </a:t>
            </a:r>
          </a:p>
          <a:p>
            <a:r>
              <a:rPr kumimoji="1"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5(diameter) × </a:t>
            </a:r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3(pitch)</a:t>
            </a:r>
            <a:endParaRPr kumimoji="1" lang="en-US" altLang="ja-JP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ja-JP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LiPo (3Cell 1800mAh)</a:t>
            </a:r>
            <a:endParaRPr kumimoji="1" lang="ja-JP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379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7578</TotalTime>
  <Words>273</Words>
  <Application>Microsoft Office PowerPoint</Application>
  <PresentationFormat>ワイド画面</PresentationFormat>
  <Paragraphs>122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8" baseType="lpstr">
      <vt:lpstr>ＭＳ Ｐゴシック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61</cp:revision>
  <dcterms:created xsi:type="dcterms:W3CDTF">2019-06-16T04:41:44Z</dcterms:created>
  <dcterms:modified xsi:type="dcterms:W3CDTF">2019-12-15T11:04:03Z</dcterms:modified>
</cp:coreProperties>
</file>